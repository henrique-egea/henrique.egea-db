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BE728-9A2C-486E-81E8-89F7B78D3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5FE912-1155-40CE-B686-E1F780242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BBBA3C-B24B-4FCD-A521-39E6EA3C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88E5C4-85E0-43D8-AF89-95EE078E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EDA6FA-B221-43AA-A623-C147DF98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38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8CD76-C030-46A3-91B2-EB24F2B2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9735E4-310F-468A-961E-152B87C91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8A1C83-6888-4919-B68A-4B2D5C6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DD3604-7CDE-429A-8DD0-C99169A3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DA64A2-D1A0-46D7-9EA3-7A0B8A7D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51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AFC38-3261-4F49-89E2-EAE1CBB9B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CD4207-8A48-4296-AD90-9F5896E48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62821F-3666-452C-8ABB-5B1E329A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2E379F-65A2-4C22-BD14-E9ED01C5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6949CC-D6A2-4AD2-8DA9-661ACF36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1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44C54C-E36C-4918-86DC-A74D5EC7A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B36589-3B9B-477B-BA8D-19BB3D4B0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7FE30D-6767-4240-A9AC-5FD53AB3E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B81114-6A86-4429-8C7F-CA1A6562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3600E7-58C6-4310-A97F-C9F94D43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71F567-6998-4C4A-A98D-EEE8F99E5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04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3DE7C-4E7C-4591-BB84-F57F510F2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819E26-C155-4000-99A7-D019EBF36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C37AED-9155-457D-A618-8CDDFF0E6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899AD5-1164-4E7D-8AC6-09405D2D3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162E0D8-D269-4737-95CD-64305E81D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F76A64-2AE0-42C8-A51A-1A504CC8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400C4CB-169E-46C7-9DE3-447F01F2E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E9E69EA-6C6F-43AD-9E98-17DAC592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686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EF294-716B-47EE-ACCC-5299FD81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222980-CF19-454B-BC32-FEF829D2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18C793-FA46-4EA3-882E-7907E57F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5CE2D9F-B355-4AF0-964F-95EB4272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4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9352E29-C998-4D47-96C1-344C3C62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307DC6-F3EA-4852-8A6B-FBA6B230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94093D-C7F3-4A01-B376-CB950F0C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5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6F576-A02F-4F58-B7B7-58101C72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9ED2E-7502-40CA-A868-9759F402D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206454-F4E9-4D53-A205-AD04D5801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88614C-0649-411E-9D30-BE49F8FB7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F3B2FB-1648-403C-A56C-C7F476444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57576E-135A-4EA4-ABAA-33341491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54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B5132-AEA0-439E-BA23-36C5F9CDB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AC99B3-ECAF-4CC1-B24E-A9CA7D0B3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C4BFEC-3927-48A6-9E9C-4B3B76B1D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70F5CB-E017-4C58-B13F-860A96FB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FC7325-C360-44CE-86AD-5921135D0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139CFE-F5D8-4CF9-98BA-C9CB8612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0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814CB-E7F8-4757-AE54-DAE2ED3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D1DD9C-BD41-4EB2-8A63-C5031A6DD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F1E144-B3F0-4E18-A2BC-5C16B434A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919B43-D0B6-40D3-84F6-85479EAD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C55B79-8829-4218-8F2D-EB507EFB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217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967283-2DCA-40B4-AE7A-CBDAB27AC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698B02-5B40-4A48-A2CD-3E0DA228E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412A46-C1EA-4616-BC7C-3DEAB617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ED6CBA-9B2F-420C-81F6-DD69952E3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F29489-03D2-4096-8503-97ECA2A5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9043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EDE5D18-CE80-4149-B3F5-1D321D9D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8DE27C-E929-4471-877D-118F852DF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6EF8A-FE54-4B99-9DF5-F1B1736753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ECEF-302B-4EC6-A5CC-B188299D9848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687BE2-26EE-4600-BEAA-CA3530EDE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DCE494-BE18-4410-906E-24C5DEE4D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4CE46-953A-4841-B8AC-6E1BB57CF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55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CBB63-1306-4F96-AC8A-240F620E5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467" y="1122363"/>
            <a:ext cx="11142133" cy="2569104"/>
          </a:xfrm>
        </p:spPr>
        <p:txBody>
          <a:bodyPr>
            <a:normAutofit/>
          </a:bodyPr>
          <a:lstStyle/>
          <a:p>
            <a:r>
              <a:rPr lang="pt-BR" sz="5400" dirty="0"/>
              <a:t>Sistema de Comunicação Escola-Aluno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9090A2-5292-4DA4-B147-1AEFE1A31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732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2633C-FCAB-4812-8884-D6C2C0B0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O problema: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60A681-259F-409B-9300-883606389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pt-BR" sz="3200" dirty="0"/>
              <a:t>A falta de comunicação e transparência entre a coordenação e os alunos</a:t>
            </a:r>
          </a:p>
        </p:txBody>
      </p:sp>
    </p:spTree>
    <p:extLst>
      <p:ext uri="{BB962C8B-B14F-4D97-AF65-F5344CB8AC3E}">
        <p14:creationId xmlns:p14="http://schemas.microsoft.com/office/powerpoint/2010/main" val="28874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3A1A9-245F-4F3F-8F83-05A46578B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A</a:t>
            </a:r>
            <a:r>
              <a:rPr lang="pt-BR" dirty="0"/>
              <a:t> </a:t>
            </a:r>
            <a:r>
              <a:rPr lang="pt-BR" b="1" dirty="0"/>
              <a:t>solução</a:t>
            </a:r>
            <a:r>
              <a:rPr lang="pt-BR" dirty="0"/>
              <a:t>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4C939B-B994-467A-ACBF-196C84971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Um sistema onde o aluno pode fazer reclamações e a secretaria postar recados</a:t>
            </a:r>
          </a:p>
        </p:txBody>
      </p:sp>
    </p:spTree>
    <p:extLst>
      <p:ext uri="{BB962C8B-B14F-4D97-AF65-F5344CB8AC3E}">
        <p14:creationId xmlns:p14="http://schemas.microsoft.com/office/powerpoint/2010/main" val="4165233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6AE02-DC2A-474D-B7DF-236314C41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Funcionalidades</a:t>
            </a:r>
            <a:r>
              <a:rPr lang="pt-BR" dirty="0"/>
              <a:t>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252116-10B9-4D06-AA49-295FA3211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Reclamação do aluno</a:t>
            </a:r>
          </a:p>
          <a:p>
            <a:r>
              <a:rPr lang="pt-BR" dirty="0"/>
              <a:t>Posts da secretaria/coordenação</a:t>
            </a:r>
          </a:p>
          <a:p>
            <a:r>
              <a:rPr lang="pt-BR" dirty="0"/>
              <a:t>Login obrigatório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7720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D5044-391B-4E49-BBBF-D5FC9157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Vantagens do sistema: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61E584-6246-4503-BDB5-9AB7334C2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Formalização de recados dados pela coordenação/secretaria</a:t>
            </a:r>
          </a:p>
          <a:p>
            <a:r>
              <a:rPr lang="pt-BR" dirty="0"/>
              <a:t>Uma melhor ouvidoria</a:t>
            </a:r>
          </a:p>
          <a:p>
            <a:r>
              <a:rPr lang="pt-BR" dirty="0"/>
              <a:t>Uma forma de reclamação mais direta para os alunos</a:t>
            </a:r>
          </a:p>
        </p:txBody>
      </p:sp>
    </p:spTree>
    <p:extLst>
      <p:ext uri="{BB962C8B-B14F-4D97-AF65-F5344CB8AC3E}">
        <p14:creationId xmlns:p14="http://schemas.microsoft.com/office/powerpoint/2010/main" val="274385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7BE8C-6B2C-4ADE-B22F-A303F3ECF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r>
              <a:rPr lang="pt-BR" sz="8000" dirty="0"/>
              <a:t>Obrigado pela atenção :3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D0A540-7529-4AC0-AE61-8E07BA2D6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4288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76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Sistema de Comunicação Escola-Aluno</vt:lpstr>
      <vt:lpstr>O problema:</vt:lpstr>
      <vt:lpstr>A solução:</vt:lpstr>
      <vt:lpstr>Funcionalidades:</vt:lpstr>
      <vt:lpstr>Vantagens do sistema:</vt:lpstr>
      <vt:lpstr>Obrigado pela atenção :3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Comunicação Escola-Aluno</dc:title>
  <dc:creator>CAMARGO</dc:creator>
  <cp:lastModifiedBy>CAMARGO</cp:lastModifiedBy>
  <cp:revision>3</cp:revision>
  <dcterms:created xsi:type="dcterms:W3CDTF">2026-04-23T13:27:22Z</dcterms:created>
  <dcterms:modified xsi:type="dcterms:W3CDTF">2026-04-23T13:52:47Z</dcterms:modified>
</cp:coreProperties>
</file>